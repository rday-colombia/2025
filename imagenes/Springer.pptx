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6"/>
  </p:normalViewPr>
  <p:slideViewPr>
    <p:cSldViewPr snapToGrid="0">
      <p:cViewPr varScale="1">
        <p:scale>
          <a:sx n="63" d="100"/>
          <a:sy n="63" d="100"/>
        </p:scale>
        <p:origin x="3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404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578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7179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896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816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999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9905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57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77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10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036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CFA37-4A7B-4991-8F63-6B63701EA7C0}" type="datetimeFigureOut">
              <a:rPr lang="es-ES" smtClean="0"/>
              <a:t>22/6/25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324D6-DF49-41DE-95C8-B9E07CA1B11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838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yellow background&#10;&#10;AI-generated content may be incorrect.">
            <a:extLst>
              <a:ext uri="{FF2B5EF4-FFF2-40B4-BE49-F238E27FC236}">
                <a16:creationId xmlns:a16="http://schemas.microsoft.com/office/drawing/2014/main" id="{E1D75BD7-7116-2002-B784-3A59495A3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276810-BB7F-16C4-3F7B-15A91605EE13}"/>
              </a:ext>
            </a:extLst>
          </p:cNvPr>
          <p:cNvSpPr txBox="1"/>
          <p:nvPr/>
        </p:nvSpPr>
        <p:spPr>
          <a:xfrm>
            <a:off x="508000" y="612338"/>
            <a:ext cx="6032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R Day</a:t>
            </a:r>
          </a:p>
          <a:p>
            <a:r>
              <a:rPr lang="en-US" sz="5400" dirty="0">
                <a:solidFill>
                  <a:schemeClr val="bg1"/>
                </a:solidFill>
              </a:rPr>
              <a:t>Third National Meeting of R Users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F8E3F0-B426-60A5-F1E8-7C0F3ED54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619" y="3483080"/>
            <a:ext cx="1591881" cy="166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EEAC122-8DA1-14AA-45A3-0AAF9423210E}"/>
              </a:ext>
            </a:extLst>
          </p:cNvPr>
          <p:cNvSpPr/>
          <p:nvPr/>
        </p:nvSpPr>
        <p:spPr>
          <a:xfrm rot="20286909">
            <a:off x="497264" y="6280665"/>
            <a:ext cx="50736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5400" b="0" cap="none" spc="0" dirty="0">
                <a:ln w="0"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Figura ilustrativa</a:t>
            </a:r>
          </a:p>
        </p:txBody>
      </p:sp>
    </p:spTree>
    <p:extLst>
      <p:ext uri="{BB962C8B-B14F-4D97-AF65-F5344CB8AC3E}">
        <p14:creationId xmlns:p14="http://schemas.microsoft.com/office/powerpoint/2010/main" val="2623146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10</Words>
  <Application>Microsoft Macintosh PowerPoint</Application>
  <PresentationFormat>Panorámica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Freddy Hernandez</dc:creator>
  <cp:lastModifiedBy>Microsoft Office User</cp:lastModifiedBy>
  <cp:revision>2</cp:revision>
  <dcterms:created xsi:type="dcterms:W3CDTF">2025-06-18T20:12:30Z</dcterms:created>
  <dcterms:modified xsi:type="dcterms:W3CDTF">2025-06-22T21:16:33Z</dcterms:modified>
</cp:coreProperties>
</file>