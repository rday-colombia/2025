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8" r:id="rId10"/>
    <p:sldId id="269" r:id="rId11"/>
    <p:sldId id="270" r:id="rId12"/>
    <p:sldId id="271" r:id="rId13"/>
    <p:sldId id="272" r:id="rId14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44"/>
    <p:restoredTop sz="94583"/>
  </p:normalViewPr>
  <p:slideViewPr>
    <p:cSldViewPr showGuides="1">
      <p:cViewPr varScale="1">
        <p:scale>
          <a:sx n="59" d="100"/>
          <a:sy n="59" d="100"/>
        </p:scale>
        <p:origin x="1256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0728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3236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8634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16301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10743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2936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748299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68190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9251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2526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9944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24B3BE-3465-4E30-B4C9-D82950137A0E}" type="datetimeFigureOut">
              <a:rPr lang="pt-BR" smtClean="0"/>
              <a:t>20/08/2025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4F2195-75BF-44EC-BF37-2B2A1FBED77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172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09" t="31499" r="209" b="651"/>
          <a:stretch/>
        </p:blipFill>
        <p:spPr>
          <a:xfrm>
            <a:off x="2258094" y="692696"/>
            <a:ext cx="4627811" cy="465313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6963738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Beatriz Milz - Professora de programação em R - Curso-R | LinkedIn">
            <a:extLst>
              <a:ext uri="{FF2B5EF4-FFF2-40B4-BE49-F238E27FC236}">
                <a16:creationId xmlns:a16="http://schemas.microsoft.com/office/drawing/2014/main" id="{48FADF23-758A-3368-ED9E-B7635F22EE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1196752"/>
            <a:ext cx="4464496" cy="4464496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78891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75411014-AE87-E654-6A0D-BC8D56E5A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8157" y="1334767"/>
            <a:ext cx="4166067" cy="4188465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3224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1B8818A6-B6AB-722B-78BE-900F99FC6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4620" y="1401620"/>
            <a:ext cx="4054760" cy="405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46936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speaking into a microphone&#10;&#10;Description automatically generated">
            <a:extLst>
              <a:ext uri="{FF2B5EF4-FFF2-40B4-BE49-F238E27FC236}">
                <a16:creationId xmlns:a16="http://schemas.microsoft.com/office/drawing/2014/main" id="{43F52469-3071-B985-BF87-205B65DF9A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034" y="1324034"/>
            <a:ext cx="4209932" cy="4209932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838384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C9B63AD0-EFDC-E5CD-5A2F-9D138EF2A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8559" y="1052736"/>
            <a:ext cx="4226882" cy="4226882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4948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Image">
            <a:extLst>
              <a:ext uri="{FF2B5EF4-FFF2-40B4-BE49-F238E27FC236}">
                <a16:creationId xmlns:a16="http://schemas.microsoft.com/office/drawing/2014/main" id="{2F4ACF8D-B8B2-C5A8-DEC9-4C4B55B48D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188640"/>
            <a:ext cx="4392488" cy="439248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0291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11219-F410-E73F-9B95-9CED15B6E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52DA0166-BE07-22C7-9A3D-8A99C949C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51520" y="188640"/>
            <a:ext cx="4392488" cy="4392488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7107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BB4BB-E896-FD48-786C-FE766005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83FB4537-661F-2405-93E3-4102C960580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966" r="12935" b="45401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1540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E6B1-F044-CF07-F8CD-2C7DE3B8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51EB15-11D6-B280-896D-34A127906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r="1923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790767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E6B1-F044-CF07-F8CD-2C7DE3B8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51EB15-11D6-B280-896D-34A127906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" r="1923"/>
          <a:stretch/>
        </p:blipFill>
        <p:spPr>
          <a:xfrm>
            <a:off x="107504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04911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5E6B1-F044-CF07-F8CD-2C7DE3B8F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E51EB15-11D6-B280-896D-34A127906F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57" b="2657"/>
          <a:stretch/>
        </p:blipFill>
        <p:spPr>
          <a:xfrm>
            <a:off x="22880" y="116632"/>
            <a:ext cx="3600400" cy="3744416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8953928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1518604-BEEE-A719-2455-A872E1ADA963}"/>
              </a:ext>
            </a:extLst>
          </p:cNvPr>
          <p:cNvSpPr/>
          <p:nvPr/>
        </p:nvSpPr>
        <p:spPr>
          <a:xfrm>
            <a:off x="1403648" y="476672"/>
            <a:ext cx="4151312" cy="1152128"/>
          </a:xfrm>
          <a:prstGeom prst="round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419" sz="4800" dirty="0"/>
              <a:t>Inscríbete aquí</a:t>
            </a:r>
            <a:endParaRPr lang="es-ES" dirty="0"/>
          </a:p>
        </p:txBody>
      </p:sp>
      <p:pic>
        <p:nvPicPr>
          <p:cNvPr id="3" name="Graphic 2" descr="Cursor outline">
            <a:extLst>
              <a:ext uri="{FF2B5EF4-FFF2-40B4-BE49-F238E27FC236}">
                <a16:creationId xmlns:a16="http://schemas.microsoft.com/office/drawing/2014/main" id="{EA547C34-E68B-B953-9B5C-833849E11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514400" y="908720"/>
            <a:ext cx="961256" cy="96125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008031E-FAF4-B68D-4146-BB85D2E32174}"/>
              </a:ext>
            </a:extLst>
          </p:cNvPr>
          <p:cNvSpPr/>
          <p:nvPr/>
        </p:nvSpPr>
        <p:spPr>
          <a:xfrm>
            <a:off x="1403648" y="2348880"/>
            <a:ext cx="4151312" cy="1152128"/>
          </a:xfrm>
          <a:prstGeom prst="round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419" sz="4800" dirty="0"/>
              <a:t>Enviar trabajo</a:t>
            </a:r>
            <a:endParaRPr lang="es-ES" dirty="0"/>
          </a:p>
        </p:txBody>
      </p:sp>
      <p:pic>
        <p:nvPicPr>
          <p:cNvPr id="6" name="Graphic 5" descr="Cursor outline">
            <a:extLst>
              <a:ext uri="{FF2B5EF4-FFF2-40B4-BE49-F238E27FC236}">
                <a16:creationId xmlns:a16="http://schemas.microsoft.com/office/drawing/2014/main" id="{75EB0E25-9745-44CA-E78C-9E9A82237F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514400" y="2780928"/>
            <a:ext cx="961256" cy="961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96816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4</Words>
  <Application>Microsoft Office PowerPoint</Application>
  <PresentationFormat>On-screen Show (4:3)</PresentationFormat>
  <Paragraphs>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Tema do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fhbapto</dc:creator>
  <cp:lastModifiedBy>Freddy Hernandez</cp:lastModifiedBy>
  <cp:revision>22</cp:revision>
  <dcterms:created xsi:type="dcterms:W3CDTF">2018-12-13T01:24:49Z</dcterms:created>
  <dcterms:modified xsi:type="dcterms:W3CDTF">2025-08-20T20:31:31Z</dcterms:modified>
</cp:coreProperties>
</file>