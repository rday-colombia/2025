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8" r:id="rId10"/>
    <p:sldId id="269" r:id="rId11"/>
    <p:sldId id="270" r:id="rId1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44"/>
    <p:restoredTop sz="94583"/>
  </p:normalViewPr>
  <p:slideViewPr>
    <p:cSldViewPr showGuides="1">
      <p:cViewPr varScale="1">
        <p:scale>
          <a:sx n="112" d="100"/>
          <a:sy n="112" d="100"/>
        </p:scale>
        <p:origin x="1136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4B3BE-3465-4E30-B4C9-D82950137A0E}" type="datetimeFigureOut">
              <a:rPr lang="pt-BR" smtClean="0"/>
              <a:t>22/06/2025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F2195-75BF-44EC-BF37-2B2A1FBED7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0728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4B3BE-3465-4E30-B4C9-D82950137A0E}" type="datetimeFigureOut">
              <a:rPr lang="pt-BR" smtClean="0"/>
              <a:t>22/06/2025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F2195-75BF-44EC-BF37-2B2A1FBED7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3236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4B3BE-3465-4E30-B4C9-D82950137A0E}" type="datetimeFigureOut">
              <a:rPr lang="pt-BR" smtClean="0"/>
              <a:t>22/06/2025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F2195-75BF-44EC-BF37-2B2A1FBED7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8634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4B3BE-3465-4E30-B4C9-D82950137A0E}" type="datetimeFigureOut">
              <a:rPr lang="pt-BR" smtClean="0"/>
              <a:t>22/06/2025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F2195-75BF-44EC-BF37-2B2A1FBED7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1630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4B3BE-3465-4E30-B4C9-D82950137A0E}" type="datetimeFigureOut">
              <a:rPr lang="pt-BR" smtClean="0"/>
              <a:t>22/06/2025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F2195-75BF-44EC-BF37-2B2A1FBED7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1074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4B3BE-3465-4E30-B4C9-D82950137A0E}" type="datetimeFigureOut">
              <a:rPr lang="pt-BR" smtClean="0"/>
              <a:t>22/06/2025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F2195-75BF-44EC-BF37-2B2A1FBED7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2936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4B3BE-3465-4E30-B4C9-D82950137A0E}" type="datetimeFigureOut">
              <a:rPr lang="pt-BR" smtClean="0"/>
              <a:t>22/06/2025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F2195-75BF-44EC-BF37-2B2A1FBED7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4829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4B3BE-3465-4E30-B4C9-D82950137A0E}" type="datetimeFigureOut">
              <a:rPr lang="pt-BR" smtClean="0"/>
              <a:t>22/06/2025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F2195-75BF-44EC-BF37-2B2A1FBED7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6819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4B3BE-3465-4E30-B4C9-D82950137A0E}" type="datetimeFigureOut">
              <a:rPr lang="pt-BR" smtClean="0"/>
              <a:t>22/06/2025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F2195-75BF-44EC-BF37-2B2A1FBED7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9251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4B3BE-3465-4E30-B4C9-D82950137A0E}" type="datetimeFigureOut">
              <a:rPr lang="pt-BR" smtClean="0"/>
              <a:t>22/06/2025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F2195-75BF-44EC-BF37-2B2A1FBED7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2526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4B3BE-3465-4E30-B4C9-D82950137A0E}" type="datetimeFigureOut">
              <a:rPr lang="pt-BR" smtClean="0"/>
              <a:t>22/06/2025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F2195-75BF-44EC-BF37-2B2A1FBED7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9944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24B3BE-3465-4E30-B4C9-D82950137A0E}" type="datetimeFigureOut">
              <a:rPr lang="pt-BR" smtClean="0"/>
              <a:t>22/06/2025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4F2195-75BF-44EC-BF37-2B2A1FBED7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172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9" t="31499" r="209" b="651"/>
          <a:stretch/>
        </p:blipFill>
        <p:spPr>
          <a:xfrm>
            <a:off x="2258094" y="692696"/>
            <a:ext cx="4627811" cy="465313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696373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Beatriz Milz - Professora de programação em R - Curso-R | LinkedIn">
            <a:extLst>
              <a:ext uri="{FF2B5EF4-FFF2-40B4-BE49-F238E27FC236}">
                <a16:creationId xmlns:a16="http://schemas.microsoft.com/office/drawing/2014/main" id="{48FADF23-758A-3368-ED9E-B7635F22EE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1196752"/>
            <a:ext cx="4464496" cy="4464496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7889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75411014-AE87-E654-6A0D-BC8D56E5A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157" y="1334767"/>
            <a:ext cx="4166067" cy="418846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3224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B8818A6-B6AB-722B-78BE-900F99FC6B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4620" y="1401620"/>
            <a:ext cx="4054760" cy="4054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4693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speaking into a microphone&#10;&#10;Description automatically generated">
            <a:extLst>
              <a:ext uri="{FF2B5EF4-FFF2-40B4-BE49-F238E27FC236}">
                <a16:creationId xmlns:a16="http://schemas.microsoft.com/office/drawing/2014/main" id="{43F52469-3071-B985-BF87-205B65DF9A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034" y="1324034"/>
            <a:ext cx="4209932" cy="420993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38384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C9B63AD0-EFDC-E5CD-5A2F-9D138EF2A7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8559" y="1052736"/>
            <a:ext cx="4226882" cy="4226882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4948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mage">
            <a:extLst>
              <a:ext uri="{FF2B5EF4-FFF2-40B4-BE49-F238E27FC236}">
                <a16:creationId xmlns:a16="http://schemas.microsoft.com/office/drawing/2014/main" id="{2F4ACF8D-B8B2-C5A8-DEC9-4C4B55B48D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88640"/>
            <a:ext cx="4392488" cy="4392488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0291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11219-F410-E73F-9B95-9CED15B6E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52DA0166-BE07-22C7-9A3D-8A99C949C8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51520" y="188640"/>
            <a:ext cx="4392488" cy="4392488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7107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BB4BB-E896-FD48-786C-FE7660053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3FB4537-661F-2405-93E3-4102C960580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66" r="12935" b="45401"/>
          <a:stretch/>
        </p:blipFill>
        <p:spPr>
          <a:xfrm>
            <a:off x="107504" y="116632"/>
            <a:ext cx="3600400" cy="374441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615403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5E6B1-F044-CF07-F8CD-2C7DE3B8F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E51EB15-11D6-B280-896D-34A127906F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r="1923"/>
          <a:stretch/>
        </p:blipFill>
        <p:spPr>
          <a:xfrm>
            <a:off x="107504" y="116632"/>
            <a:ext cx="3600400" cy="374441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90767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5E6B1-F044-CF07-F8CD-2C7DE3B8F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E51EB15-11D6-B280-896D-34A127906F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r="1923"/>
          <a:stretch/>
        </p:blipFill>
        <p:spPr>
          <a:xfrm>
            <a:off x="107504" y="116632"/>
            <a:ext cx="3600400" cy="374441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049117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0</Words>
  <Application>Microsoft Macintosh PowerPoint</Application>
  <PresentationFormat>Presentación en pantalla (4:3)</PresentationFormat>
  <Paragraphs>0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Tema do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fhbapto</dc:creator>
  <cp:lastModifiedBy>Microsoft Office User</cp:lastModifiedBy>
  <cp:revision>20</cp:revision>
  <dcterms:created xsi:type="dcterms:W3CDTF">2018-12-13T01:24:49Z</dcterms:created>
  <dcterms:modified xsi:type="dcterms:W3CDTF">2025-06-23T01:14:27Z</dcterms:modified>
</cp:coreProperties>
</file>